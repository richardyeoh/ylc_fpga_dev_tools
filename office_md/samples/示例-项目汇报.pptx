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备注：这里讲一下数据通路的分段策略。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FPGA 项目汇报（示例）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2026-10-21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本期进展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 DataMover 通路调试</a:t>
            </a:r>
          </a:p>
          <a:p>
            <a:pPr lvl="1"/>
            <a:r>
              <a:t>时序收敛到 200MHz</a:t>
            </a:r>
          </a:p>
          <a:p>
            <a:pPr lvl="1"/>
            <a:r>
              <a:t>资源占用下降 12%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资源对比表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优化前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优化后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uart_rx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ddr_ctrl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框图</a:t>
            </a:r>
          </a:p>
        </p:txBody>
      </p:sp>
      <p:pic>
        <p:nvPicPr>
          <p:cNvPr id="3" name="Picture 2" descr="示例图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064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